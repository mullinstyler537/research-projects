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14" r:id="rId1"/>
  </p:sldMasterIdLst>
  <p:notesMasterIdLst>
    <p:notesMasterId r:id="rId3"/>
  </p:notes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984" autoAdjust="0"/>
  </p:normalViewPr>
  <p:slideViewPr>
    <p:cSldViewPr snapToGrid="0">
      <p:cViewPr varScale="1">
        <p:scale>
          <a:sx n="17" d="100"/>
          <a:sy n="17" d="100"/>
        </p:scale>
        <p:origin x="72" y="7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209ECD-9661-4E01-842D-032CCAA2E8FA}" type="datetimeFigureOut">
              <a:rPr lang="en-US" smtClean="0"/>
              <a:t>10/24/2025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CF08A-4FE5-46C4-B591-C76D5EDAB903}" type="slidenum">
              <a:rPr lang="en-US" smtClean="0"/>
              <a:t>‹#›</a:t>
            </a:fld>
            <a:endParaRPr lang="en-US"/>
          </a:p>
        </p:txBody>
      </p:sp>
    </p:spTree>
    <p:extLst>
      <p:ext uri="{BB962C8B-B14F-4D97-AF65-F5344CB8AC3E}">
        <p14:creationId xmlns:p14="http://schemas.microsoft.com/office/powerpoint/2010/main" val="2048484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10000"/>
                  </a:schemeClr>
                </a:solidFill>
                <a:latin typeface="Times New Roman" panose="02020603050405020304" pitchFamily="18" charset="0"/>
                <a:cs typeface="Times New Roman" panose="02020603050405020304" pitchFamily="18" charset="0"/>
              </a:rPr>
              <a:t>	</a:t>
            </a:r>
            <a:r>
              <a:rPr lang="en-US" sz="1200" dirty="0">
                <a:solidFill>
                  <a:srgbClr val="000000"/>
                </a:solidFill>
                <a:latin typeface="Times New Roman" panose="02020603050405020304" pitchFamily="18" charset="0"/>
              </a:rPr>
              <a:t>Animals are great examples of adaptation and survival. One of the many adaptation's animals have is the ability to change their coat of fur or hair from spring/summer seasons to fall/winter seasons. These changes for the season have given animals some unique characteristics to adapt to their living situations. Some animals’ coats change for protection against the elements, others change their coats to blend into the surrounding scenery. The intriguing part about animals is that they shed a summer coat to grow in a thicker winter coat. This change is not just the thickness but also the inner structure of the hair on a microscopic level. Animals such as Mule deer, Rocky Mountain elk, and Pronghorn antelope have this specific adaptation. The structure of the individual strands of hair/fur come together to create a coat of protection for each individual animal. Here is an example of what a human hair looks like on the inside.</a:t>
            </a:r>
          </a:p>
          <a:p>
            <a:pPr algn="just"/>
            <a:endParaRPr lang="en-US" dirty="0"/>
          </a:p>
        </p:txBody>
      </p:sp>
      <p:sp>
        <p:nvSpPr>
          <p:cNvPr id="4" name="Slide Number Placeholder 3"/>
          <p:cNvSpPr>
            <a:spLocks noGrp="1"/>
          </p:cNvSpPr>
          <p:nvPr>
            <p:ph type="sldNum" sz="quarter" idx="5"/>
          </p:nvPr>
        </p:nvSpPr>
        <p:spPr/>
        <p:txBody>
          <a:bodyPr/>
          <a:lstStyle/>
          <a:p>
            <a:fld id="{DF0CF08A-4FE5-46C4-B591-C76D5EDAB903}" type="slidenum">
              <a:rPr lang="en-US" smtClean="0"/>
              <a:t>1</a:t>
            </a:fld>
            <a:endParaRPr lang="en-US"/>
          </a:p>
        </p:txBody>
      </p:sp>
    </p:spTree>
    <p:extLst>
      <p:ext uri="{BB962C8B-B14F-4D97-AF65-F5344CB8AC3E}">
        <p14:creationId xmlns:p14="http://schemas.microsoft.com/office/powerpoint/2010/main" val="29524016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934496" y="8493799"/>
            <a:ext cx="33984125" cy="8778245"/>
          </a:xfrm>
        </p:spPr>
        <p:txBody>
          <a:bodyPr anchor="b">
            <a:normAutofit/>
          </a:bodyPr>
          <a:lstStyle>
            <a:lvl1pPr algn="ctr">
              <a:defRPr sz="25920"/>
            </a:lvl1pPr>
          </a:lstStyle>
          <a:p>
            <a:r>
              <a:rPr lang="en-US"/>
              <a:t>Click to edit Master title style</a:t>
            </a:r>
            <a:endParaRPr lang="en-US" dirty="0"/>
          </a:p>
        </p:txBody>
      </p:sp>
      <p:sp>
        <p:nvSpPr>
          <p:cNvPr id="3" name="Subtitle 2"/>
          <p:cNvSpPr>
            <a:spLocks noGrp="1"/>
          </p:cNvSpPr>
          <p:nvPr>
            <p:ph type="subTitle" idx="1"/>
          </p:nvPr>
        </p:nvSpPr>
        <p:spPr>
          <a:xfrm>
            <a:off x="4934496" y="17272029"/>
            <a:ext cx="33984125" cy="5039362"/>
          </a:xfrm>
        </p:spPr>
        <p:txBody>
          <a:bodyPr anchor="t"/>
          <a:lstStyle>
            <a:lvl1pPr marL="0" indent="0" algn="ctr">
              <a:buNone/>
              <a:defRPr>
                <a:solidFill>
                  <a:schemeClr val="tx1"/>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smtClean="0"/>
              <a:pPr/>
              <a:t>10/24/2025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4228271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smtClean="0"/>
              <a:pPr/>
              <a:t>10/24/2025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301437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63447" y="8453129"/>
            <a:ext cx="34525982" cy="8778302"/>
          </a:xfrm>
        </p:spPr>
        <p:txBody>
          <a:bodyPr anchor="b"/>
          <a:lstStyle>
            <a:lvl1pPr algn="ctr">
              <a:defRPr sz="19200" b="0" cap="none"/>
            </a:lvl1pPr>
          </a:lstStyle>
          <a:p>
            <a:r>
              <a:rPr lang="en-US"/>
              <a:t>Click to edit Master title style</a:t>
            </a:r>
            <a:endParaRPr lang="en-US" dirty="0"/>
          </a:p>
        </p:txBody>
      </p:sp>
      <p:sp>
        <p:nvSpPr>
          <p:cNvPr id="3" name="Text Placeholder 2"/>
          <p:cNvSpPr>
            <a:spLocks noGrp="1"/>
          </p:cNvSpPr>
          <p:nvPr>
            <p:ph type="body" idx="1"/>
          </p:nvPr>
        </p:nvSpPr>
        <p:spPr>
          <a:xfrm>
            <a:off x="4663447" y="17231419"/>
            <a:ext cx="34525982" cy="7233859"/>
          </a:xfrm>
        </p:spPr>
        <p:txBody>
          <a:bodyPr anchor="t"/>
          <a:lstStyle>
            <a:lvl1pPr marL="0" indent="0" algn="ctr">
              <a:buNone/>
              <a:defRPr sz="9600">
                <a:solidFill>
                  <a:schemeClr val="tx1"/>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smtClean="0"/>
              <a:pPr/>
              <a:t>10/24/2025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648770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289668" y="8315755"/>
            <a:ext cx="18217790" cy="1948200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330414" y="8315762"/>
            <a:ext cx="18232795" cy="194820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36636D-D922-432D-A958-524484B5923D}" type="datetimeFigureOut">
              <a:rPr lang="en-US" smtClean="0"/>
              <a:pPr/>
              <a:t>10/24/2025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485372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9659" y="8497553"/>
            <a:ext cx="18179630" cy="19742174"/>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83579" y="8497553"/>
            <a:ext cx="18179630" cy="19742174"/>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3621139" y="8809219"/>
            <a:ext cx="17554838" cy="2615443"/>
          </a:xfrm>
        </p:spPr>
        <p:txBody>
          <a:bodyPr anchor="b">
            <a:noAutofit/>
          </a:bodyPr>
          <a:lstStyle>
            <a:lvl1pPr marL="0" indent="0" algn="ctr">
              <a:buNone/>
              <a:defRPr sz="11520" b="0"/>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621139" y="11424665"/>
            <a:ext cx="17554838" cy="16373102"/>
          </a:xfrm>
        </p:spPr>
        <p:txBody>
          <a:bodyPr anchor="t">
            <a:normAutofit/>
          </a:bodyPr>
          <a:lstStyle>
            <a:lvl1pPr>
              <a:defRPr sz="8640"/>
            </a:lvl1pPr>
            <a:lvl2pPr>
              <a:defRPr sz="7680"/>
            </a:lvl2pPr>
            <a:lvl3pPr>
              <a:defRPr sz="6720"/>
            </a:lvl3pPr>
            <a:lvl4pPr>
              <a:defRPr sz="5760"/>
            </a:lvl4pPr>
            <a:lvl5pPr>
              <a:defRPr sz="57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661880" y="8809227"/>
            <a:ext cx="17623190" cy="2615438"/>
          </a:xfrm>
        </p:spPr>
        <p:txBody>
          <a:bodyPr anchor="b">
            <a:noAutofit/>
          </a:bodyPr>
          <a:lstStyle>
            <a:lvl1pPr marL="0" indent="0" algn="ctr">
              <a:buNone/>
              <a:defRPr sz="11520" b="0"/>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661880" y="11424665"/>
            <a:ext cx="17623190" cy="16373102"/>
          </a:xfrm>
        </p:spPr>
        <p:txBody>
          <a:bodyPr anchor="t">
            <a:normAutofit/>
          </a:bodyPr>
          <a:lstStyle>
            <a:lvl1pPr>
              <a:defRPr sz="8640"/>
            </a:lvl1pPr>
            <a:lvl2pPr>
              <a:defRPr sz="7680"/>
            </a:lvl2pPr>
            <a:lvl3pPr>
              <a:defRPr sz="6720"/>
            </a:lvl3pPr>
            <a:lvl4pPr>
              <a:defRPr sz="5760"/>
            </a:lvl4pPr>
            <a:lvl5pPr>
              <a:defRPr sz="57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36636D-D922-432D-A958-524484B5923D}" type="datetimeFigureOut">
              <a:rPr lang="en-US" smtClean="0"/>
              <a:pPr/>
              <a:t>10/24/2025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983672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36636D-D922-432D-A958-524484B5923D}" type="datetimeFigureOut">
              <a:rPr lang="en-US" smtClean="0"/>
              <a:pPr/>
              <a:t>10/24/2025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620360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36636D-D922-432D-A958-524484B5923D}" type="datetimeFigureOut">
              <a:rPr lang="en-US" smtClean="0"/>
              <a:pPr/>
              <a:t>10/24/2025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827960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289668" y="2926080"/>
            <a:ext cx="13344802" cy="8745206"/>
          </a:xfrm>
        </p:spPr>
        <p:txBody>
          <a:bodyPr anchor="b">
            <a:normAutofit/>
          </a:bodyPr>
          <a:lstStyle>
            <a:lvl1pPr algn="ctr">
              <a:defRPr sz="11520" b="0"/>
            </a:lvl1pPr>
          </a:lstStyle>
          <a:p>
            <a:r>
              <a:rPr lang="en-US"/>
              <a:t>Click to edit Master title style</a:t>
            </a:r>
            <a:endParaRPr lang="en-US" dirty="0"/>
          </a:p>
        </p:txBody>
      </p:sp>
      <p:sp>
        <p:nvSpPr>
          <p:cNvPr id="3" name="Content Placeholder 2"/>
          <p:cNvSpPr>
            <a:spLocks noGrp="1"/>
          </p:cNvSpPr>
          <p:nvPr>
            <p:ph idx="1"/>
          </p:nvPr>
        </p:nvSpPr>
        <p:spPr>
          <a:xfrm>
            <a:off x="17480283" y="2926080"/>
            <a:ext cx="23082926" cy="2487168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289668" y="11671289"/>
            <a:ext cx="13344802" cy="16126469"/>
          </a:xfrm>
        </p:spPr>
        <p:txBody>
          <a:bodyPr anchor="t">
            <a:normAutofit/>
          </a:bodyPr>
          <a:lstStyle>
            <a:lvl1pPr marL="0" indent="0" algn="ctr">
              <a:buNone/>
              <a:defRPr sz="768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smtClean="0"/>
              <a:pPr/>
              <a:t>10/24/2025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4107611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55938" y="2927630"/>
            <a:ext cx="16455101" cy="24986266"/>
          </a:xfrm>
          <a:prstGeom prst="rect">
            <a:avLst/>
          </a:prstGeom>
        </p:spPr>
      </p:pic>
      <p:sp>
        <p:nvSpPr>
          <p:cNvPr id="2" name="Title 1"/>
          <p:cNvSpPr>
            <a:spLocks noGrp="1"/>
          </p:cNvSpPr>
          <p:nvPr>
            <p:ph type="title"/>
          </p:nvPr>
        </p:nvSpPr>
        <p:spPr>
          <a:xfrm>
            <a:off x="3289666" y="2927631"/>
            <a:ext cx="18838445" cy="8780822"/>
          </a:xfrm>
        </p:spPr>
        <p:txBody>
          <a:bodyPr anchor="b">
            <a:noAutofit/>
          </a:bodyPr>
          <a:lstStyle>
            <a:lvl1pPr algn="ctr">
              <a:defRPr sz="1536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88297" y="3571147"/>
            <a:ext cx="15193800" cy="23581546"/>
          </a:xfr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4" name="Text Placeholder 3"/>
          <p:cNvSpPr>
            <a:spLocks noGrp="1"/>
          </p:cNvSpPr>
          <p:nvPr>
            <p:ph type="body" sz="half" idx="2"/>
          </p:nvPr>
        </p:nvSpPr>
        <p:spPr>
          <a:xfrm>
            <a:off x="3289666" y="11708453"/>
            <a:ext cx="18838445" cy="16205443"/>
          </a:xfrm>
        </p:spPr>
        <p:txBody>
          <a:bodyPr anchor="t">
            <a:normAutofit/>
          </a:bodyPr>
          <a:lstStyle>
            <a:lvl1pPr marL="0" indent="0" algn="ctr">
              <a:buNone/>
              <a:defRPr sz="768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smtClean="0"/>
              <a:pPr/>
              <a:t>10/24/2025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701054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1176" y="2592408"/>
            <a:ext cx="36748848" cy="18404995"/>
          </a:xfrm>
          <a:prstGeom prst="rect">
            <a:avLst/>
          </a:prstGeom>
        </p:spPr>
      </p:pic>
      <p:sp>
        <p:nvSpPr>
          <p:cNvPr id="2" name="Title 1"/>
          <p:cNvSpPr>
            <a:spLocks noGrp="1"/>
          </p:cNvSpPr>
          <p:nvPr>
            <p:ph type="title"/>
          </p:nvPr>
        </p:nvSpPr>
        <p:spPr>
          <a:xfrm>
            <a:off x="3289702" y="21913224"/>
            <a:ext cx="37279176" cy="2608666"/>
          </a:xfrm>
        </p:spPr>
        <p:txBody>
          <a:bodyPr anchor="b">
            <a:normAutofit/>
          </a:bodyPr>
          <a:lstStyle>
            <a:lvl1pPr algn="ctr">
              <a:defRPr sz="13440"/>
            </a:lvl1pPr>
          </a:lstStyle>
          <a:p>
            <a:r>
              <a:rPr lang="en-US"/>
              <a:t>Click to edit Master title style</a:t>
            </a:r>
            <a:endParaRPr lang="en-US" dirty="0"/>
          </a:p>
        </p:txBody>
      </p:sp>
      <p:sp>
        <p:nvSpPr>
          <p:cNvPr id="3" name="Picture Placeholder 2"/>
          <p:cNvSpPr>
            <a:spLocks noGrp="1" noChangeAspect="1"/>
          </p:cNvSpPr>
          <p:nvPr>
            <p:ph type="pic" idx="1"/>
          </p:nvPr>
        </p:nvSpPr>
        <p:spPr>
          <a:xfrm>
            <a:off x="4445842" y="3336050"/>
            <a:ext cx="34970880" cy="16923221"/>
          </a:xfrm>
          <a:effectLst>
            <a:outerShdw blurRad="38100" dist="25400" dir="4440000">
              <a:srgbClr val="000000">
                <a:alpha val="36000"/>
              </a:srgbClr>
            </a:outerShdw>
          </a:effectLst>
        </p:spPr>
        <p:txBody>
          <a:bodyPr anchor="t">
            <a:normAutofit/>
          </a:bodyPr>
          <a:lstStyle>
            <a:lvl1pPr marL="0" indent="0" algn="ctr">
              <a:buNone/>
              <a:defRPr sz="9600"/>
            </a:lvl1pPr>
            <a:lvl2pPr marL="2194560" indent="0">
              <a:buNone/>
              <a:defRPr sz="9600"/>
            </a:lvl2pPr>
            <a:lvl3pPr marL="4389120" indent="0">
              <a:buNone/>
              <a:defRPr sz="96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289661" y="24521894"/>
            <a:ext cx="37273546" cy="3275866"/>
          </a:xfrm>
        </p:spPr>
        <p:txBody>
          <a:bodyPr anchor="t"/>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73062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3289661" y="2920498"/>
            <a:ext cx="37273546" cy="16964851"/>
          </a:xfrm>
        </p:spPr>
        <p:txBody>
          <a:bodyPr anchor="ctr"/>
          <a:lstStyle>
            <a:lvl1pPr>
              <a:defRPr sz="15360"/>
            </a:lvl1pPr>
          </a:lstStyle>
          <a:p>
            <a:r>
              <a:rPr lang="en-US"/>
              <a:t>Click to edit Master title style</a:t>
            </a:r>
            <a:endParaRPr lang="en-US" dirty="0"/>
          </a:p>
        </p:txBody>
      </p:sp>
      <p:sp>
        <p:nvSpPr>
          <p:cNvPr id="4" name="Text Placeholder 3"/>
          <p:cNvSpPr>
            <a:spLocks noGrp="1"/>
          </p:cNvSpPr>
          <p:nvPr>
            <p:ph type="body" sz="half" idx="2"/>
          </p:nvPr>
        </p:nvSpPr>
        <p:spPr>
          <a:xfrm>
            <a:off x="3289661" y="20616864"/>
            <a:ext cx="37273546" cy="7208765"/>
          </a:xfrm>
        </p:spPr>
        <p:txBody>
          <a:bodyPr anchor="ctr"/>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078848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6363" y="2926080"/>
            <a:ext cx="33489907" cy="14365939"/>
          </a:xfrm>
        </p:spPr>
        <p:txBody>
          <a:bodyPr anchor="ctr"/>
          <a:lstStyle>
            <a:lvl1pPr>
              <a:defRPr sz="15360"/>
            </a:lvl1pPr>
          </a:lstStyle>
          <a:p>
            <a:r>
              <a:rPr lang="en-US"/>
              <a:t>Click to edit Master title style</a:t>
            </a:r>
            <a:endParaRPr lang="en-US" dirty="0"/>
          </a:p>
        </p:txBody>
      </p:sp>
      <p:sp>
        <p:nvSpPr>
          <p:cNvPr id="12" name="Text Placeholder 3"/>
          <p:cNvSpPr>
            <a:spLocks noGrp="1"/>
          </p:cNvSpPr>
          <p:nvPr>
            <p:ph type="body" sz="half" idx="13"/>
          </p:nvPr>
        </p:nvSpPr>
        <p:spPr>
          <a:xfrm>
            <a:off x="6194323" y="17328161"/>
            <a:ext cx="31508275" cy="2557195"/>
          </a:xfrm>
        </p:spPr>
        <p:txBody>
          <a:bodyPr anchor="t">
            <a:normAutofit/>
          </a:bodyPr>
          <a:lstStyle>
            <a:lvl1pPr marL="0" indent="0" algn="r">
              <a:buNone/>
              <a:defRPr sz="672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4" name="Text Placeholder 3"/>
          <p:cNvSpPr>
            <a:spLocks noGrp="1"/>
          </p:cNvSpPr>
          <p:nvPr>
            <p:ph type="body" sz="half" idx="2"/>
          </p:nvPr>
        </p:nvSpPr>
        <p:spPr>
          <a:xfrm>
            <a:off x="3289661" y="20660894"/>
            <a:ext cx="37273546" cy="7149581"/>
          </a:xfrm>
        </p:spPr>
        <p:txBody>
          <a:bodyPr anchor="ctr">
            <a:normAutofit/>
          </a:bodyPr>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11" name="TextBox 10"/>
          <p:cNvSpPr txBox="1"/>
          <p:nvPr/>
        </p:nvSpPr>
        <p:spPr>
          <a:xfrm>
            <a:off x="3011803" y="4194778"/>
            <a:ext cx="2194560" cy="2806925"/>
          </a:xfrm>
          <a:prstGeom prst="rect">
            <a:avLst/>
          </a:prstGeom>
        </p:spPr>
        <p:txBody>
          <a:bodyPr vert="horz" lIns="438912" tIns="219456" rIns="438912" bIns="219456"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38400" dirty="0">
                <a:solidFill>
                  <a:schemeClr val="tx1"/>
                </a:solidFill>
                <a:effectLst/>
              </a:rPr>
              <a:t>“</a:t>
            </a:r>
          </a:p>
        </p:txBody>
      </p:sp>
      <p:sp>
        <p:nvSpPr>
          <p:cNvPr id="13" name="TextBox 12"/>
          <p:cNvSpPr txBox="1"/>
          <p:nvPr/>
        </p:nvSpPr>
        <p:spPr>
          <a:xfrm>
            <a:off x="37576123" y="14079576"/>
            <a:ext cx="2194560" cy="2806925"/>
          </a:xfrm>
          <a:prstGeom prst="rect">
            <a:avLst/>
          </a:prstGeom>
        </p:spPr>
        <p:txBody>
          <a:bodyPr vert="horz" lIns="438912" tIns="219456" rIns="438912" bIns="219456"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38400" dirty="0">
                <a:solidFill>
                  <a:schemeClr val="tx1"/>
                </a:solidFill>
                <a:effectLst/>
              </a:rPr>
              <a:t>”</a:t>
            </a:r>
          </a:p>
        </p:txBody>
      </p:sp>
    </p:spTree>
    <p:extLst>
      <p:ext uri="{BB962C8B-B14F-4D97-AF65-F5344CB8AC3E}">
        <p14:creationId xmlns:p14="http://schemas.microsoft.com/office/powerpoint/2010/main" val="26140094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3289661" y="10209329"/>
            <a:ext cx="37273546" cy="12056808"/>
          </a:xfrm>
        </p:spPr>
        <p:txBody>
          <a:bodyPr anchor="b"/>
          <a:lstStyle>
            <a:lvl1pPr>
              <a:defRPr sz="15360"/>
            </a:lvl1pPr>
          </a:lstStyle>
          <a:p>
            <a:r>
              <a:rPr lang="en-US"/>
              <a:t>Click to edit Master title style</a:t>
            </a:r>
            <a:endParaRPr lang="en-US" dirty="0"/>
          </a:p>
        </p:txBody>
      </p:sp>
      <p:sp>
        <p:nvSpPr>
          <p:cNvPr id="4" name="Text Placeholder 3"/>
          <p:cNvSpPr>
            <a:spLocks noGrp="1"/>
          </p:cNvSpPr>
          <p:nvPr>
            <p:ph type="body" sz="half" idx="2"/>
          </p:nvPr>
        </p:nvSpPr>
        <p:spPr>
          <a:xfrm>
            <a:off x="3289630" y="22322669"/>
            <a:ext cx="37267915" cy="5475091"/>
          </a:xfrm>
        </p:spPr>
        <p:txBody>
          <a:bodyPr anchor="t"/>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113951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3289661" y="2926080"/>
            <a:ext cx="37273546" cy="4658160"/>
          </a:xfrm>
        </p:spPr>
        <p:txBody>
          <a:bodyPr/>
          <a:lstStyle/>
          <a:p>
            <a:r>
              <a:rPr lang="en-US"/>
              <a:t>Click to edit Master title style</a:t>
            </a:r>
            <a:endParaRPr lang="en-US" dirty="0"/>
          </a:p>
        </p:txBody>
      </p:sp>
      <p:sp>
        <p:nvSpPr>
          <p:cNvPr id="7" name="Text Placeholder 2"/>
          <p:cNvSpPr>
            <a:spLocks noGrp="1"/>
          </p:cNvSpPr>
          <p:nvPr>
            <p:ph type="body" idx="1"/>
          </p:nvPr>
        </p:nvSpPr>
        <p:spPr>
          <a:xfrm>
            <a:off x="3289661" y="9052560"/>
            <a:ext cx="11883542" cy="2766058"/>
          </a:xfrm>
        </p:spPr>
        <p:txBody>
          <a:bodyPr anchor="b">
            <a:noAutofit/>
          </a:bodyPr>
          <a:lstStyle>
            <a:lvl1pPr marL="0" indent="0" algn="ctr">
              <a:buNone/>
              <a:defRPr sz="1152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8" name="Text Placeholder 3"/>
          <p:cNvSpPr>
            <a:spLocks noGrp="1"/>
          </p:cNvSpPr>
          <p:nvPr>
            <p:ph type="body" sz="half" idx="15"/>
          </p:nvPr>
        </p:nvSpPr>
        <p:spPr>
          <a:xfrm>
            <a:off x="3289661" y="12344400"/>
            <a:ext cx="11883542" cy="15453360"/>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9" name="Text Placeholder 4"/>
          <p:cNvSpPr>
            <a:spLocks noGrp="1"/>
          </p:cNvSpPr>
          <p:nvPr>
            <p:ph type="body" sz="quarter" idx="3"/>
          </p:nvPr>
        </p:nvSpPr>
        <p:spPr>
          <a:xfrm>
            <a:off x="16008159" y="9052560"/>
            <a:ext cx="11883542" cy="2766058"/>
          </a:xfrm>
        </p:spPr>
        <p:txBody>
          <a:bodyPr anchor="b">
            <a:noAutofit/>
          </a:bodyPr>
          <a:lstStyle>
            <a:lvl1pPr marL="0" indent="0" algn="ctr">
              <a:buNone/>
              <a:defRPr sz="1152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10" name="Text Placeholder 3"/>
          <p:cNvSpPr>
            <a:spLocks noGrp="1"/>
          </p:cNvSpPr>
          <p:nvPr>
            <p:ph type="body" sz="half" idx="16"/>
          </p:nvPr>
        </p:nvSpPr>
        <p:spPr>
          <a:xfrm>
            <a:off x="15989165" y="12344400"/>
            <a:ext cx="11883542" cy="15453360"/>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11" name="Text Placeholder 4"/>
          <p:cNvSpPr>
            <a:spLocks noGrp="1"/>
          </p:cNvSpPr>
          <p:nvPr>
            <p:ph type="body" sz="quarter" idx="13"/>
          </p:nvPr>
        </p:nvSpPr>
        <p:spPr>
          <a:xfrm>
            <a:off x="28679659" y="9052560"/>
            <a:ext cx="11883542" cy="2766058"/>
          </a:xfrm>
        </p:spPr>
        <p:txBody>
          <a:bodyPr anchor="b">
            <a:noAutofit/>
          </a:bodyPr>
          <a:lstStyle>
            <a:lvl1pPr marL="0" indent="0" algn="ctr">
              <a:buNone/>
              <a:defRPr sz="1152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12" name="Text Placeholder 3"/>
          <p:cNvSpPr>
            <a:spLocks noGrp="1"/>
          </p:cNvSpPr>
          <p:nvPr>
            <p:ph type="body" sz="half" idx="17"/>
          </p:nvPr>
        </p:nvSpPr>
        <p:spPr>
          <a:xfrm>
            <a:off x="28679659" y="12344400"/>
            <a:ext cx="11883542" cy="15453360"/>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10/24/2025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552052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4347" y="8765016"/>
            <a:ext cx="12139421" cy="880107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10302" y="8765016"/>
            <a:ext cx="12139421" cy="880107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24232" y="8765016"/>
            <a:ext cx="12139421" cy="8801078"/>
          </a:xfrm>
          <a:prstGeom prst="rect">
            <a:avLst/>
          </a:prstGeom>
        </p:spPr>
      </p:pic>
      <p:sp>
        <p:nvSpPr>
          <p:cNvPr id="30" name="Title 1"/>
          <p:cNvSpPr>
            <a:spLocks noGrp="1"/>
          </p:cNvSpPr>
          <p:nvPr>
            <p:ph type="title"/>
          </p:nvPr>
        </p:nvSpPr>
        <p:spPr>
          <a:xfrm>
            <a:off x="3289661" y="2926080"/>
            <a:ext cx="37273546" cy="465816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3289661" y="18739709"/>
            <a:ext cx="11883542" cy="2766058"/>
          </a:xfrm>
        </p:spPr>
        <p:txBody>
          <a:bodyPr anchor="b">
            <a:noAutofit/>
          </a:bodyPr>
          <a:lstStyle>
            <a:lvl1pPr marL="0" indent="0" algn="ctr">
              <a:buNone/>
              <a:defRPr sz="960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0" name="Picture Placeholder 2"/>
          <p:cNvSpPr>
            <a:spLocks noGrp="1" noChangeAspect="1"/>
          </p:cNvSpPr>
          <p:nvPr>
            <p:ph type="pic" idx="15"/>
          </p:nvPr>
        </p:nvSpPr>
        <p:spPr>
          <a:xfrm>
            <a:off x="3665170" y="9306807"/>
            <a:ext cx="11132525" cy="7694179"/>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21" name="Text Placeholder 3"/>
          <p:cNvSpPr>
            <a:spLocks noGrp="1"/>
          </p:cNvSpPr>
          <p:nvPr>
            <p:ph type="body" sz="half" idx="18"/>
          </p:nvPr>
        </p:nvSpPr>
        <p:spPr>
          <a:xfrm>
            <a:off x="3289661" y="21505774"/>
            <a:ext cx="11883542" cy="6291998"/>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22" name="Text Placeholder 4"/>
          <p:cNvSpPr>
            <a:spLocks noGrp="1"/>
          </p:cNvSpPr>
          <p:nvPr>
            <p:ph type="body" sz="quarter" idx="3"/>
          </p:nvPr>
        </p:nvSpPr>
        <p:spPr>
          <a:xfrm>
            <a:off x="15994037" y="18739709"/>
            <a:ext cx="11883542" cy="2766058"/>
          </a:xfrm>
        </p:spPr>
        <p:txBody>
          <a:bodyPr anchor="b">
            <a:noAutofit/>
          </a:bodyPr>
          <a:lstStyle>
            <a:lvl1pPr marL="0" indent="0" algn="ctr">
              <a:buNone/>
              <a:defRPr sz="960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3" name="Picture Placeholder 2"/>
          <p:cNvSpPr>
            <a:spLocks noGrp="1" noChangeAspect="1"/>
          </p:cNvSpPr>
          <p:nvPr>
            <p:ph type="pic" idx="21"/>
          </p:nvPr>
        </p:nvSpPr>
        <p:spPr>
          <a:xfrm>
            <a:off x="16364674" y="9307651"/>
            <a:ext cx="11132525" cy="7719187"/>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24" name="Text Placeholder 3"/>
          <p:cNvSpPr>
            <a:spLocks noGrp="1"/>
          </p:cNvSpPr>
          <p:nvPr>
            <p:ph type="body" sz="half" idx="19"/>
          </p:nvPr>
        </p:nvSpPr>
        <p:spPr>
          <a:xfrm>
            <a:off x="15989163" y="21505769"/>
            <a:ext cx="11888414" cy="6291998"/>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25" name="Text Placeholder 4"/>
          <p:cNvSpPr>
            <a:spLocks noGrp="1"/>
          </p:cNvSpPr>
          <p:nvPr>
            <p:ph type="body" sz="quarter" idx="13"/>
          </p:nvPr>
        </p:nvSpPr>
        <p:spPr>
          <a:xfrm>
            <a:off x="28680111" y="18739709"/>
            <a:ext cx="11883542" cy="2766058"/>
          </a:xfrm>
        </p:spPr>
        <p:txBody>
          <a:bodyPr anchor="b">
            <a:noAutofit/>
          </a:bodyPr>
          <a:lstStyle>
            <a:lvl1pPr marL="0" indent="0" algn="ctr">
              <a:buNone/>
              <a:defRPr sz="960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6" name="Picture Placeholder 2"/>
          <p:cNvSpPr>
            <a:spLocks noGrp="1" noChangeAspect="1"/>
          </p:cNvSpPr>
          <p:nvPr>
            <p:ph type="pic" idx="22"/>
          </p:nvPr>
        </p:nvSpPr>
        <p:spPr>
          <a:xfrm>
            <a:off x="29072515" y="9285274"/>
            <a:ext cx="11132525" cy="7715011"/>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27" name="Text Placeholder 3"/>
          <p:cNvSpPr>
            <a:spLocks noGrp="1"/>
          </p:cNvSpPr>
          <p:nvPr>
            <p:ph type="body" sz="half" idx="20"/>
          </p:nvPr>
        </p:nvSpPr>
        <p:spPr>
          <a:xfrm>
            <a:off x="28679659" y="21505759"/>
            <a:ext cx="11883542" cy="6292008"/>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10/24/2025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624816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smtClean="0"/>
              <a:pPr/>
              <a:t>10/24/2025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1912226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9052" y="2926082"/>
            <a:ext cx="8224152" cy="2487168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3289666" y="2926082"/>
            <a:ext cx="28500739" cy="248716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smtClean="0"/>
              <a:pPr/>
              <a:t>10/24/2025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713732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89661" y="2926080"/>
            <a:ext cx="37273546" cy="465816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289661" y="8315762"/>
            <a:ext cx="37273546" cy="19482005"/>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643450" y="28239727"/>
            <a:ext cx="9875520" cy="1752600"/>
          </a:xfrm>
          <a:prstGeom prst="rect">
            <a:avLst/>
          </a:prstGeom>
        </p:spPr>
        <p:txBody>
          <a:bodyPr vert="horz" lIns="91440" tIns="45720" rIns="91440" bIns="45720" rtlCol="0" anchor="ctr"/>
          <a:lstStyle>
            <a:lvl1pPr algn="r">
              <a:defRPr sz="4800">
                <a:solidFill>
                  <a:schemeClr val="tx1">
                    <a:lumMod val="95000"/>
                  </a:schemeClr>
                </a:solidFill>
                <a:effectLst>
                  <a:outerShdw blurRad="50800" dist="38100" dir="2700000" algn="tl" rotWithShape="0">
                    <a:schemeClr val="bg1">
                      <a:alpha val="43000"/>
                    </a:schemeClr>
                  </a:outerShdw>
                </a:effectLst>
              </a:defRPr>
            </a:lvl1pPr>
          </a:lstStyle>
          <a:p>
            <a:fld id="{8E36636D-D922-432D-A958-524484B5923D}" type="datetimeFigureOut">
              <a:rPr lang="en-US" smtClean="0"/>
              <a:pPr/>
              <a:t>10/24/2025</a:t>
            </a:fld>
            <a:endParaRPr lang="en-US" dirty="0"/>
          </a:p>
        </p:txBody>
      </p:sp>
      <p:sp>
        <p:nvSpPr>
          <p:cNvPr id="5" name="Footer Placeholder 4"/>
          <p:cNvSpPr>
            <a:spLocks noGrp="1"/>
          </p:cNvSpPr>
          <p:nvPr>
            <p:ph type="ftr" sz="quarter" idx="3"/>
          </p:nvPr>
        </p:nvSpPr>
        <p:spPr>
          <a:xfrm>
            <a:off x="3289668" y="28239727"/>
            <a:ext cx="24022315" cy="1752600"/>
          </a:xfrm>
          <a:prstGeom prst="rect">
            <a:avLst/>
          </a:prstGeom>
        </p:spPr>
        <p:txBody>
          <a:bodyPr vert="horz" lIns="91440" tIns="45720" rIns="91440" bIns="45720" rtlCol="0" anchor="ctr"/>
          <a:lstStyle>
            <a:lvl1pPr algn="l">
              <a:defRPr sz="48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37850446" y="28239727"/>
            <a:ext cx="2712763" cy="1752600"/>
          </a:xfrm>
          <a:prstGeom prst="rect">
            <a:avLst/>
          </a:prstGeom>
        </p:spPr>
        <p:txBody>
          <a:bodyPr vert="horz" lIns="91440" tIns="45720" rIns="91440" bIns="45720" rtlCol="0" anchor="ctr"/>
          <a:lstStyle>
            <a:lvl1pPr algn="r">
              <a:defRPr sz="4800">
                <a:solidFill>
                  <a:schemeClr val="tx1">
                    <a:lumMod val="95000"/>
                  </a:schemeClr>
                </a:solidFill>
                <a:effectLst>
                  <a:outerShdw blurRad="50800" dist="38100" dir="2700000" algn="tl" rotWithShape="0">
                    <a:schemeClr val="bg1">
                      <a:alpha val="43000"/>
                    </a:schemeClr>
                  </a:outerShdw>
                </a:effectLst>
              </a:defRPr>
            </a:lvl1p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1204952177"/>
      </p:ext>
    </p:extLst>
  </p:cSld>
  <p:clrMap bg1="dk1" tx1="lt1" bg2="dk2" tx2="lt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 id="2147483924" r:id="rId10"/>
    <p:sldLayoutId id="2147483925" r:id="rId11"/>
    <p:sldLayoutId id="2147483926" r:id="rId12"/>
    <p:sldLayoutId id="2147483927" r:id="rId13"/>
    <p:sldLayoutId id="2147483928" r:id="rId14"/>
    <p:sldLayoutId id="2147483929" r:id="rId15"/>
    <p:sldLayoutId id="2147483930" r:id="rId16"/>
    <p:sldLayoutId id="2147483931" r:id="rId17"/>
  </p:sldLayoutIdLst>
  <p:txStyles>
    <p:titleStyle>
      <a:lvl1pPr algn="ctr" defTabSz="2194560" rtl="0" eaLnBrk="1" latinLnBrk="0" hangingPunct="1">
        <a:spcBef>
          <a:spcPct val="0"/>
        </a:spcBef>
        <a:buNone/>
        <a:defRPr sz="192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645920" indent="-1468800" algn="l" defTabSz="2194560" rtl="0" eaLnBrk="1" latinLnBrk="0" hangingPunct="1">
        <a:spcBef>
          <a:spcPct val="20000"/>
        </a:spcBef>
        <a:spcAft>
          <a:spcPts val="2880"/>
        </a:spcAft>
        <a:buClr>
          <a:schemeClr val="tx2"/>
        </a:buClr>
        <a:buSzPct val="70000"/>
        <a:buFont typeface="Wingdings 2" charset="2"/>
        <a:buChar char=""/>
        <a:defRPr sz="9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3456000" indent="-1296000" algn="l" defTabSz="2194560" rtl="0" eaLnBrk="1" latinLnBrk="0" hangingPunct="1">
        <a:spcBef>
          <a:spcPct val="20000"/>
        </a:spcBef>
        <a:spcAft>
          <a:spcPts val="2880"/>
        </a:spcAft>
        <a:buClr>
          <a:schemeClr val="tx2"/>
        </a:buClr>
        <a:buSzPct val="70000"/>
        <a:buFont typeface="Wingdings 2" charset="2"/>
        <a:buChar char=""/>
        <a:defRPr sz="864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4924800" indent="-1036800" algn="l" defTabSz="2194560" rtl="0" eaLnBrk="1" latinLnBrk="0" hangingPunct="1">
        <a:spcBef>
          <a:spcPct val="20000"/>
        </a:spcBef>
        <a:spcAft>
          <a:spcPts val="2880"/>
        </a:spcAft>
        <a:buClr>
          <a:schemeClr val="tx2"/>
        </a:buClr>
        <a:buSzPct val="70000"/>
        <a:buFont typeface="Wingdings 2" charset="2"/>
        <a:buChar char=""/>
        <a:defRPr sz="768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6652800" indent="-103680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8035200" indent="-103680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967008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1152864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1338720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1490976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2194560" rtl="0" eaLnBrk="1" latinLnBrk="0" hangingPunct="1">
        <a:defRPr sz="8640" kern="1200">
          <a:solidFill>
            <a:schemeClr val="tx1"/>
          </a:solidFill>
          <a:latin typeface="+mn-lt"/>
          <a:ea typeface="+mn-ea"/>
          <a:cs typeface="+mn-cs"/>
        </a:defRPr>
      </a:lvl1pPr>
      <a:lvl2pPr marL="2194560" algn="l" defTabSz="2194560" rtl="0" eaLnBrk="1" latinLnBrk="0" hangingPunct="1">
        <a:defRPr sz="8640" kern="1200">
          <a:solidFill>
            <a:schemeClr val="tx1"/>
          </a:solidFill>
          <a:latin typeface="+mn-lt"/>
          <a:ea typeface="+mn-ea"/>
          <a:cs typeface="+mn-cs"/>
        </a:defRPr>
      </a:lvl2pPr>
      <a:lvl3pPr marL="4389120" algn="l" defTabSz="2194560" rtl="0" eaLnBrk="1" latinLnBrk="0" hangingPunct="1">
        <a:defRPr sz="8640" kern="1200">
          <a:solidFill>
            <a:schemeClr val="tx1"/>
          </a:solidFill>
          <a:latin typeface="+mn-lt"/>
          <a:ea typeface="+mn-ea"/>
          <a:cs typeface="+mn-cs"/>
        </a:defRPr>
      </a:lvl3pPr>
      <a:lvl4pPr marL="6583680" algn="l" defTabSz="2194560" rtl="0" eaLnBrk="1" latinLnBrk="0" hangingPunct="1">
        <a:defRPr sz="8640" kern="1200">
          <a:solidFill>
            <a:schemeClr val="tx1"/>
          </a:solidFill>
          <a:latin typeface="+mn-lt"/>
          <a:ea typeface="+mn-ea"/>
          <a:cs typeface="+mn-cs"/>
        </a:defRPr>
      </a:lvl4pPr>
      <a:lvl5pPr marL="8778240" algn="l" defTabSz="2194560" rtl="0" eaLnBrk="1" latinLnBrk="0" hangingPunct="1">
        <a:defRPr sz="8640" kern="1200">
          <a:solidFill>
            <a:schemeClr val="tx1"/>
          </a:solidFill>
          <a:latin typeface="+mn-lt"/>
          <a:ea typeface="+mn-ea"/>
          <a:cs typeface="+mn-cs"/>
        </a:defRPr>
      </a:lvl5pPr>
      <a:lvl6pPr marL="10972800" algn="l" defTabSz="2194560" rtl="0" eaLnBrk="1" latinLnBrk="0" hangingPunct="1">
        <a:defRPr sz="8640" kern="1200">
          <a:solidFill>
            <a:schemeClr val="tx1"/>
          </a:solidFill>
          <a:latin typeface="+mn-lt"/>
          <a:ea typeface="+mn-ea"/>
          <a:cs typeface="+mn-cs"/>
        </a:defRPr>
      </a:lvl6pPr>
      <a:lvl7pPr marL="13167360" algn="l" defTabSz="2194560" rtl="0" eaLnBrk="1" latinLnBrk="0" hangingPunct="1">
        <a:defRPr sz="8640" kern="1200">
          <a:solidFill>
            <a:schemeClr val="tx1"/>
          </a:solidFill>
          <a:latin typeface="+mn-lt"/>
          <a:ea typeface="+mn-ea"/>
          <a:cs typeface="+mn-cs"/>
        </a:defRPr>
      </a:lvl7pPr>
      <a:lvl8pPr marL="15361920" algn="l" defTabSz="2194560" rtl="0" eaLnBrk="1" latinLnBrk="0" hangingPunct="1">
        <a:defRPr sz="8640" kern="1200">
          <a:solidFill>
            <a:schemeClr val="tx1"/>
          </a:solidFill>
          <a:latin typeface="+mn-lt"/>
          <a:ea typeface="+mn-ea"/>
          <a:cs typeface="+mn-cs"/>
        </a:defRPr>
      </a:lvl8pPr>
      <a:lvl9pPr marL="17556480" algn="l" defTabSz="219456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0898F966-133A-131E-7D50-DC53D2D9BFBC}"/>
              </a:ext>
            </a:extLst>
          </p:cNvPr>
          <p:cNvSpPr>
            <a:spLocks/>
          </p:cNvSpPr>
          <p:nvPr/>
        </p:nvSpPr>
        <p:spPr>
          <a:xfrm>
            <a:off x="11696700" y="5153948"/>
            <a:ext cx="31924802" cy="22570711"/>
          </a:xfrm>
          <a:prstGeom prst="rect">
            <a:avLst/>
          </a:prstGeom>
          <a:ln>
            <a:noFill/>
          </a:ln>
        </p:spPr>
        <p:style>
          <a:lnRef idx="2">
            <a:schemeClr val="accent3">
              <a:shade val="50000"/>
            </a:schemeClr>
          </a:lnRef>
          <a:fillRef idx="1001">
            <a:schemeClr val="lt1"/>
          </a:fillRef>
          <a:effectRef idx="0">
            <a:schemeClr val="accent3"/>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84052007-0FA3-D49C-B0F6-9AE5A4085190}"/>
              </a:ext>
            </a:extLst>
          </p:cNvPr>
          <p:cNvSpPr>
            <a:spLocks/>
          </p:cNvSpPr>
          <p:nvPr/>
        </p:nvSpPr>
        <p:spPr>
          <a:xfrm>
            <a:off x="-6645" y="-42102"/>
            <a:ext cx="43891200" cy="4236602"/>
          </a:xfrm>
          <a:prstGeom prst="rect">
            <a:avLst/>
          </a:prstGeom>
          <a:ln>
            <a:noFill/>
          </a:ln>
        </p:spPr>
        <p:style>
          <a:lnRef idx="2">
            <a:schemeClr val="accent3">
              <a:shade val="50000"/>
            </a:schemeClr>
          </a:lnRef>
          <a:fillRef idx="1001">
            <a:schemeClr val="lt1"/>
          </a:fillRef>
          <a:effectRef idx="0">
            <a:schemeClr val="accent3"/>
          </a:effectRef>
          <a:fontRef idx="minor">
            <a:schemeClr val="lt1"/>
          </a:fontRef>
        </p:style>
        <p:txBody>
          <a:bodyPr rtlCol="0" anchor="ctr"/>
          <a:lstStyle/>
          <a:p>
            <a:pPr algn="ctr"/>
            <a:endParaRPr lang="en-US" dirty="0"/>
          </a:p>
        </p:txBody>
      </p:sp>
      <p:sp>
        <p:nvSpPr>
          <p:cNvPr id="14" name="Title 13">
            <a:extLst>
              <a:ext uri="{FF2B5EF4-FFF2-40B4-BE49-F238E27FC236}">
                <a16:creationId xmlns:a16="http://schemas.microsoft.com/office/drawing/2014/main" id="{C9A7EFDE-D279-A0C0-C415-3ECCE260A584}"/>
              </a:ext>
            </a:extLst>
          </p:cNvPr>
          <p:cNvSpPr>
            <a:spLocks noGrp="1"/>
          </p:cNvSpPr>
          <p:nvPr>
            <p:ph type="title"/>
          </p:nvPr>
        </p:nvSpPr>
        <p:spPr>
          <a:xfrm>
            <a:off x="4716384" y="400539"/>
            <a:ext cx="38645431" cy="3753852"/>
          </a:xfrm>
        </p:spPr>
        <p:txBody>
          <a:bodyPr>
            <a:normAutofit/>
          </a:bodyPr>
          <a:lstStyle/>
          <a:p>
            <a:pPr>
              <a:defRPr/>
            </a:pPr>
            <a:r>
              <a:rPr lang="en-US" sz="9600" b="1" dirty="0">
                <a:solidFill>
                  <a:schemeClr val="tx1">
                    <a:lumMod val="10000"/>
                  </a:schemeClr>
                </a:solidFill>
                <a:effectLst/>
                <a:latin typeface="Times New Roman" panose="02020603050405020304" pitchFamily="18" charset="0"/>
              </a:rPr>
              <a:t>Image Analysis Automation with Nanoparticles</a:t>
            </a:r>
            <a:br>
              <a:rPr lang="en-US" sz="9600" b="1" dirty="0">
                <a:solidFill>
                  <a:schemeClr val="tx1">
                    <a:lumMod val="10000"/>
                  </a:schemeClr>
                </a:solidFill>
                <a:effectLst/>
                <a:latin typeface="Times New Roman" panose="02020603050405020304" pitchFamily="18" charset="0"/>
              </a:rPr>
            </a:br>
            <a:r>
              <a:rPr lang="en-US" sz="5300" dirty="0">
                <a:solidFill>
                  <a:schemeClr val="tx1">
                    <a:lumMod val="10000"/>
                  </a:schemeClr>
                </a:solidFill>
              </a:rPr>
              <a:t>Tyler Mullins, Dr. Wendy </a:t>
            </a:r>
            <a:r>
              <a:rPr lang="en-US" sz="5300" dirty="0" err="1">
                <a:solidFill>
                  <a:schemeClr val="tx1">
                    <a:lumMod val="10000"/>
                  </a:schemeClr>
                </a:solidFill>
              </a:rPr>
              <a:t>Schatzberg</a:t>
            </a:r>
            <a:r>
              <a:rPr lang="en-US" sz="5300" dirty="0">
                <a:solidFill>
                  <a:schemeClr val="tx1">
                    <a:lumMod val="10000"/>
                  </a:schemeClr>
                </a:solidFill>
              </a:rPr>
              <a:t>, and Dr. Samuel Tobler</a:t>
            </a:r>
            <a:br>
              <a:rPr lang="en-US" sz="8000" dirty="0">
                <a:solidFill>
                  <a:schemeClr val="tx1">
                    <a:lumMod val="10000"/>
                  </a:schemeClr>
                </a:solidFill>
              </a:rPr>
            </a:br>
            <a:r>
              <a:rPr lang="en-US" sz="5300" b="1" dirty="0">
                <a:solidFill>
                  <a:schemeClr val="tx1">
                    <a:lumMod val="10000"/>
                  </a:schemeClr>
                </a:solidFill>
              </a:rPr>
              <a:t> </a:t>
            </a:r>
            <a:r>
              <a:rPr lang="en-US" sz="4000" b="1" dirty="0">
                <a:solidFill>
                  <a:schemeClr val="tx1">
                    <a:lumMod val="10000"/>
                  </a:schemeClr>
                </a:solidFill>
              </a:rPr>
              <a:t>Utah Tech University, Saint George, Utah </a:t>
            </a:r>
            <a:endParaRPr lang="en-US" sz="9600" dirty="0">
              <a:solidFill>
                <a:schemeClr val="tx1">
                  <a:lumMod val="10000"/>
                </a:schemeClr>
              </a:solidFill>
            </a:endParaRPr>
          </a:p>
        </p:txBody>
      </p:sp>
      <p:pic>
        <p:nvPicPr>
          <p:cNvPr id="22" name="Picture 21" descr="A picture containing logo&#10;&#10;Description automatically generated">
            <a:extLst>
              <a:ext uri="{FF2B5EF4-FFF2-40B4-BE49-F238E27FC236}">
                <a16:creationId xmlns:a16="http://schemas.microsoft.com/office/drawing/2014/main" id="{A650E3C1-E607-26C7-9CB6-79898426FEA4}"/>
              </a:ext>
            </a:extLst>
          </p:cNvPr>
          <p:cNvPicPr>
            <a:picLocks noChangeAspect="1"/>
          </p:cNvPicPr>
          <p:nvPr/>
        </p:nvPicPr>
        <p:blipFill>
          <a:blip r:embed="rId3"/>
          <a:stretch>
            <a:fillRect/>
          </a:stretch>
        </p:blipFill>
        <p:spPr>
          <a:xfrm>
            <a:off x="240632" y="170860"/>
            <a:ext cx="3753852" cy="3753852"/>
          </a:xfrm>
          <a:prstGeom prst="rect">
            <a:avLst/>
          </a:prstGeom>
        </p:spPr>
      </p:pic>
      <p:sp>
        <p:nvSpPr>
          <p:cNvPr id="28" name="Rectangle 27">
            <a:extLst>
              <a:ext uri="{FF2B5EF4-FFF2-40B4-BE49-F238E27FC236}">
                <a16:creationId xmlns:a16="http://schemas.microsoft.com/office/drawing/2014/main" id="{8F9BA94C-B774-DC33-057B-A68936CAAAA5}"/>
              </a:ext>
            </a:extLst>
          </p:cNvPr>
          <p:cNvSpPr>
            <a:spLocks/>
          </p:cNvSpPr>
          <p:nvPr/>
        </p:nvSpPr>
        <p:spPr>
          <a:xfrm>
            <a:off x="11690574" y="4407697"/>
            <a:ext cx="31924801" cy="743996"/>
          </a:xfrm>
          <a:prstGeom prst="rect">
            <a:avLst/>
          </a:prstGeom>
          <a:solidFill>
            <a:schemeClr val="bg2">
              <a:lumMod val="5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5400" dirty="0"/>
              <a:t>Results</a:t>
            </a:r>
          </a:p>
        </p:txBody>
      </p:sp>
      <p:sp>
        <p:nvSpPr>
          <p:cNvPr id="30" name="Rectangle 29">
            <a:extLst>
              <a:ext uri="{FF2B5EF4-FFF2-40B4-BE49-F238E27FC236}">
                <a16:creationId xmlns:a16="http://schemas.microsoft.com/office/drawing/2014/main" id="{60AB2F70-C560-E462-08D0-1A006F59759C}"/>
              </a:ext>
            </a:extLst>
          </p:cNvPr>
          <p:cNvSpPr>
            <a:spLocks/>
          </p:cNvSpPr>
          <p:nvPr/>
        </p:nvSpPr>
        <p:spPr>
          <a:xfrm>
            <a:off x="287657" y="5148399"/>
            <a:ext cx="11021253" cy="12419095"/>
          </a:xfrm>
          <a:prstGeom prst="rect">
            <a:avLst/>
          </a:prstGeom>
          <a:ln>
            <a:noFill/>
          </a:ln>
        </p:spPr>
        <p:style>
          <a:lnRef idx="2">
            <a:schemeClr val="accent3">
              <a:shade val="50000"/>
            </a:schemeClr>
          </a:lnRef>
          <a:fillRef idx="1001">
            <a:schemeClr val="lt1"/>
          </a:fillRef>
          <a:effectRef idx="0">
            <a:schemeClr val="accent3"/>
          </a:effectRef>
          <a:fontRef idx="minor">
            <a:schemeClr val="lt1"/>
          </a:fontRef>
        </p:style>
        <p:txBody>
          <a:bodyPr rtlCol="0" anchor="ctr"/>
          <a:lstStyle/>
          <a:p>
            <a:pPr indent="457175" algn="just"/>
            <a:r>
              <a:rPr lang="en-US" sz="3800" dirty="0">
                <a:solidFill>
                  <a:schemeClr val="tx1">
                    <a:lumMod val="10000"/>
                  </a:schemeClr>
                </a:solidFill>
              </a:rPr>
              <a:t>Abstract Here</a:t>
            </a:r>
          </a:p>
        </p:txBody>
      </p:sp>
      <p:sp>
        <p:nvSpPr>
          <p:cNvPr id="34" name="Rectangle 33">
            <a:extLst>
              <a:ext uri="{FF2B5EF4-FFF2-40B4-BE49-F238E27FC236}">
                <a16:creationId xmlns:a16="http://schemas.microsoft.com/office/drawing/2014/main" id="{24D73CF7-2606-2247-DAA0-5B35D4CA3D27}"/>
              </a:ext>
            </a:extLst>
          </p:cNvPr>
          <p:cNvSpPr>
            <a:spLocks/>
          </p:cNvSpPr>
          <p:nvPr/>
        </p:nvSpPr>
        <p:spPr>
          <a:xfrm>
            <a:off x="288757" y="18311491"/>
            <a:ext cx="11020153" cy="14350962"/>
          </a:xfrm>
          <a:prstGeom prst="rect">
            <a:avLst/>
          </a:prstGeom>
          <a:ln>
            <a:noFill/>
          </a:ln>
        </p:spPr>
        <p:style>
          <a:lnRef idx="2">
            <a:schemeClr val="accent3">
              <a:shade val="50000"/>
            </a:schemeClr>
          </a:lnRef>
          <a:fillRef idx="1001">
            <a:schemeClr val="lt1"/>
          </a:fillRef>
          <a:effectRef idx="0">
            <a:schemeClr val="accent3"/>
          </a:effectRef>
          <a:fontRef idx="minor">
            <a:schemeClr val="lt1"/>
          </a:fontRef>
        </p:style>
        <p:txBody>
          <a:bodyPr rtlCol="0" anchor="t"/>
          <a:lstStyle/>
          <a:p>
            <a:pPr algn="just"/>
            <a:r>
              <a:rPr kumimoji="0" lang="en-US" sz="3600" b="0" i="0" u="none" strike="noStrike" kern="1200" cap="none" spc="0" normalizeH="0" baseline="0" noProof="0" dirty="0">
                <a:ln>
                  <a:noFill/>
                </a:ln>
                <a:solidFill>
                  <a:srgbClr val="000000"/>
                </a:solidFill>
                <a:effectLst/>
                <a:uLnTx/>
                <a:uFillTx/>
                <a:latin typeface="Times New Roman" panose="02020603050405020304" pitchFamily="18" charset="0"/>
              </a:rPr>
              <a:t>	</a:t>
            </a:r>
            <a:r>
              <a:rPr kumimoji="0" lang="en-US" sz="3800" b="0" i="0" u="none" strike="noStrike" kern="1200" cap="none" spc="0" normalizeH="0" baseline="0" noProof="0" dirty="0" err="1">
                <a:ln>
                  <a:noFill/>
                </a:ln>
                <a:solidFill>
                  <a:srgbClr val="000000"/>
                </a:solidFill>
                <a:effectLst/>
                <a:uLnTx/>
                <a:uFillTx/>
                <a:latin typeface="Calisto MT" panose="02040603050505030304" pitchFamily="18" charset="0"/>
              </a:rPr>
              <a:t>Instroduction</a:t>
            </a:r>
            <a:r>
              <a:rPr kumimoji="0" lang="en-US" sz="3800" b="0" i="0" u="none" strike="noStrike" kern="1200" cap="none" spc="0" normalizeH="0" baseline="0" noProof="0" dirty="0">
                <a:ln>
                  <a:noFill/>
                </a:ln>
                <a:solidFill>
                  <a:srgbClr val="000000"/>
                </a:solidFill>
                <a:effectLst/>
                <a:uLnTx/>
                <a:uFillTx/>
                <a:latin typeface="Calisto MT" panose="02040603050505030304" pitchFamily="18" charset="0"/>
              </a:rPr>
              <a:t> here</a:t>
            </a:r>
          </a:p>
          <a:p>
            <a:pPr algn="just"/>
            <a:endParaRPr lang="en-US" sz="3600" dirty="0">
              <a:solidFill>
                <a:srgbClr val="000000"/>
              </a:solidFill>
              <a:latin typeface="Times New Roman" panose="02020603050405020304" pitchFamily="18" charset="0"/>
            </a:endParaRPr>
          </a:p>
        </p:txBody>
      </p:sp>
      <p:sp>
        <p:nvSpPr>
          <p:cNvPr id="43" name="Rectangle 42">
            <a:extLst>
              <a:ext uri="{FF2B5EF4-FFF2-40B4-BE49-F238E27FC236}">
                <a16:creationId xmlns:a16="http://schemas.microsoft.com/office/drawing/2014/main" id="{8A137CBE-5806-21F6-06C6-6F5D45574FDE}"/>
              </a:ext>
            </a:extLst>
          </p:cNvPr>
          <p:cNvSpPr>
            <a:spLocks/>
          </p:cNvSpPr>
          <p:nvPr/>
        </p:nvSpPr>
        <p:spPr>
          <a:xfrm>
            <a:off x="11690574" y="28003135"/>
            <a:ext cx="31937054" cy="1531944"/>
          </a:xfrm>
          <a:prstGeom prst="rect">
            <a:avLst/>
          </a:prstGeom>
          <a:ln>
            <a:noFill/>
          </a:ln>
        </p:spPr>
        <p:style>
          <a:lnRef idx="2">
            <a:schemeClr val="accent3">
              <a:shade val="50000"/>
            </a:schemeClr>
          </a:lnRef>
          <a:fillRef idx="1001">
            <a:schemeClr val="lt1"/>
          </a:fillRef>
          <a:effectRef idx="0">
            <a:schemeClr val="accent3"/>
          </a:effectRef>
          <a:fontRef idx="minor">
            <a:schemeClr val="lt1"/>
          </a:fontRef>
        </p:style>
        <p:txBody>
          <a:bodyPr rtlCol="0" anchor="t"/>
          <a:lstStyle/>
          <a:p>
            <a:r>
              <a:rPr lang="en-US" altLang="en-US" sz="3600" dirty="0">
                <a:solidFill>
                  <a:schemeClr val="tx1">
                    <a:lumMod val="10000"/>
                  </a:schemeClr>
                </a:solidFill>
              </a:rPr>
              <a:t>	</a:t>
            </a:r>
            <a:r>
              <a:rPr lang="en-US" altLang="en-US" sz="3000" dirty="0">
                <a:solidFill>
                  <a:schemeClr val="tx1">
                    <a:lumMod val="10000"/>
                  </a:schemeClr>
                </a:solidFill>
              </a:rPr>
              <a:t>Credit where due</a:t>
            </a:r>
          </a:p>
          <a:p>
            <a:pPr algn="ctr"/>
            <a:endParaRPr lang="en-US" dirty="0"/>
          </a:p>
        </p:txBody>
      </p:sp>
      <p:sp>
        <p:nvSpPr>
          <p:cNvPr id="46" name="Rectangle 45">
            <a:extLst>
              <a:ext uri="{FF2B5EF4-FFF2-40B4-BE49-F238E27FC236}">
                <a16:creationId xmlns:a16="http://schemas.microsoft.com/office/drawing/2014/main" id="{2CA42225-8695-27C3-8F11-9C54ECEB4747}"/>
              </a:ext>
            </a:extLst>
          </p:cNvPr>
          <p:cNvSpPr>
            <a:spLocks/>
          </p:cNvSpPr>
          <p:nvPr/>
        </p:nvSpPr>
        <p:spPr>
          <a:xfrm>
            <a:off x="11700254" y="30143748"/>
            <a:ext cx="31927373" cy="2495121"/>
          </a:xfrm>
          <a:prstGeom prst="rect">
            <a:avLst/>
          </a:prstGeom>
          <a:ln>
            <a:noFill/>
          </a:ln>
        </p:spPr>
        <p:style>
          <a:lnRef idx="2">
            <a:schemeClr val="accent3">
              <a:shade val="50000"/>
            </a:schemeClr>
          </a:lnRef>
          <a:fillRef idx="1001">
            <a:schemeClr val="lt1"/>
          </a:fillRef>
          <a:effectRef idx="0">
            <a:schemeClr val="accent3"/>
          </a:effectRef>
          <a:fontRef idx="minor">
            <a:schemeClr val="lt1"/>
          </a:fontRef>
        </p:style>
        <p:txBody>
          <a:bodyPr rtlCol="0" anchor="t"/>
          <a:lstStyle/>
          <a:p>
            <a:pPr marL="571483" indent="-571483">
              <a:buFont typeface="Arial" panose="020B0604020202020204" pitchFamily="34" charset="0"/>
              <a:buChar char="•"/>
            </a:pPr>
            <a:r>
              <a:rPr lang="en-US" sz="2300" i="1" dirty="0">
                <a:solidFill>
                  <a:schemeClr val="tx1">
                    <a:lumMod val="10000"/>
                  </a:schemeClr>
                </a:solidFill>
                <a:cs typeface="Arial" panose="020B0604020202020204" pitchFamily="34" charset="0"/>
              </a:rPr>
              <a:t>References Here</a:t>
            </a:r>
            <a:endParaRPr lang="en-US" sz="2300" dirty="0">
              <a:solidFill>
                <a:schemeClr val="tx1">
                  <a:lumMod val="10000"/>
                </a:schemeClr>
              </a:solidFill>
            </a:endParaRPr>
          </a:p>
        </p:txBody>
      </p:sp>
      <p:sp>
        <p:nvSpPr>
          <p:cNvPr id="45" name="Rectangle 44">
            <a:extLst>
              <a:ext uri="{FF2B5EF4-FFF2-40B4-BE49-F238E27FC236}">
                <a16:creationId xmlns:a16="http://schemas.microsoft.com/office/drawing/2014/main" id="{241D240A-3C17-A93B-D431-E0A647498F13}"/>
              </a:ext>
            </a:extLst>
          </p:cNvPr>
          <p:cNvSpPr>
            <a:spLocks/>
          </p:cNvSpPr>
          <p:nvPr/>
        </p:nvSpPr>
        <p:spPr>
          <a:xfrm>
            <a:off x="11700254" y="29549388"/>
            <a:ext cx="31930927" cy="594360"/>
          </a:xfrm>
          <a:prstGeom prst="rect">
            <a:avLst/>
          </a:prstGeom>
          <a:solidFill>
            <a:schemeClr val="bg2">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3600" dirty="0">
                <a:solidFill>
                  <a:schemeClr val="bg2">
                    <a:lumMod val="20000"/>
                    <a:lumOff val="80000"/>
                  </a:schemeClr>
                </a:solidFill>
              </a:rPr>
              <a:t>References</a:t>
            </a:r>
          </a:p>
        </p:txBody>
      </p:sp>
      <p:sp>
        <p:nvSpPr>
          <p:cNvPr id="42" name="Rectangle 41">
            <a:extLst>
              <a:ext uri="{FF2B5EF4-FFF2-40B4-BE49-F238E27FC236}">
                <a16:creationId xmlns:a16="http://schemas.microsoft.com/office/drawing/2014/main" id="{5231638E-46F4-066F-5E4E-EE313DB1A7DA}"/>
              </a:ext>
            </a:extLst>
          </p:cNvPr>
          <p:cNvSpPr>
            <a:spLocks/>
          </p:cNvSpPr>
          <p:nvPr/>
        </p:nvSpPr>
        <p:spPr>
          <a:xfrm>
            <a:off x="11696700" y="27497779"/>
            <a:ext cx="31930927" cy="594360"/>
          </a:xfrm>
          <a:prstGeom prst="rect">
            <a:avLst/>
          </a:prstGeom>
          <a:solidFill>
            <a:schemeClr val="bg2">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4000" dirty="0">
                <a:solidFill>
                  <a:schemeClr val="bg2">
                    <a:lumMod val="20000"/>
                    <a:lumOff val="80000"/>
                  </a:schemeClr>
                </a:solidFill>
              </a:rPr>
              <a:t>Acknowledgements</a:t>
            </a:r>
          </a:p>
        </p:txBody>
      </p:sp>
      <p:sp>
        <p:nvSpPr>
          <p:cNvPr id="32" name="Rectangle 31">
            <a:extLst>
              <a:ext uri="{FF2B5EF4-FFF2-40B4-BE49-F238E27FC236}">
                <a16:creationId xmlns:a16="http://schemas.microsoft.com/office/drawing/2014/main" id="{68B08E44-C0CD-49DC-6B33-FC84A178B970}"/>
              </a:ext>
            </a:extLst>
          </p:cNvPr>
          <p:cNvSpPr>
            <a:spLocks/>
          </p:cNvSpPr>
          <p:nvPr/>
        </p:nvSpPr>
        <p:spPr>
          <a:xfrm>
            <a:off x="288757" y="17567494"/>
            <a:ext cx="11020153" cy="743997"/>
          </a:xfrm>
          <a:prstGeom prst="rect">
            <a:avLst/>
          </a:prstGeom>
          <a:solidFill>
            <a:schemeClr val="bg2">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5400" dirty="0">
                <a:solidFill>
                  <a:schemeClr val="bg2">
                    <a:lumMod val="20000"/>
                    <a:lumOff val="80000"/>
                  </a:schemeClr>
                </a:solidFill>
              </a:rPr>
              <a:t>Introduction</a:t>
            </a:r>
          </a:p>
        </p:txBody>
      </p:sp>
      <p:sp>
        <p:nvSpPr>
          <p:cNvPr id="26" name="Rectangle 25">
            <a:extLst>
              <a:ext uri="{FF2B5EF4-FFF2-40B4-BE49-F238E27FC236}">
                <a16:creationId xmlns:a16="http://schemas.microsoft.com/office/drawing/2014/main" id="{20B59BC2-460E-7587-04DB-5CB42ED40158}"/>
              </a:ext>
            </a:extLst>
          </p:cNvPr>
          <p:cNvSpPr>
            <a:spLocks/>
          </p:cNvSpPr>
          <p:nvPr/>
        </p:nvSpPr>
        <p:spPr>
          <a:xfrm>
            <a:off x="32344683" y="13000253"/>
            <a:ext cx="11015292" cy="914400"/>
          </a:xfrm>
          <a:prstGeom prst="rect">
            <a:avLst/>
          </a:prstGeom>
          <a:solidFill>
            <a:schemeClr val="bg2">
              <a:lumMod val="5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5400" dirty="0"/>
              <a:t>Discussion</a:t>
            </a:r>
          </a:p>
        </p:txBody>
      </p:sp>
      <p:sp>
        <p:nvSpPr>
          <p:cNvPr id="31" name="TextBox 30">
            <a:extLst>
              <a:ext uri="{FF2B5EF4-FFF2-40B4-BE49-F238E27FC236}">
                <a16:creationId xmlns:a16="http://schemas.microsoft.com/office/drawing/2014/main" id="{195000C5-5AA0-752A-389C-F6EB285CC438}"/>
              </a:ext>
            </a:extLst>
          </p:cNvPr>
          <p:cNvSpPr txBox="1">
            <a:spLocks/>
          </p:cNvSpPr>
          <p:nvPr/>
        </p:nvSpPr>
        <p:spPr>
          <a:xfrm>
            <a:off x="32344683" y="17888702"/>
            <a:ext cx="11015292" cy="677108"/>
          </a:xfrm>
          <a:prstGeom prst="rect">
            <a:avLst/>
          </a:prstGeom>
          <a:noFill/>
        </p:spPr>
        <p:txBody>
          <a:bodyPr wrap="square" rtlCol="0" anchor="ctr">
            <a:spAutoFit/>
          </a:bodyPr>
          <a:lstStyle/>
          <a:p>
            <a:pPr lvl="0" algn="just">
              <a:defRPr/>
            </a:pPr>
            <a:r>
              <a:rPr lang="en-US" sz="3800" dirty="0">
                <a:solidFill>
                  <a:schemeClr val="tx1">
                    <a:lumMod val="10000"/>
                  </a:schemeClr>
                </a:solidFill>
                <a:latin typeface="+mj-lt"/>
                <a:cs typeface="Times New Roman" panose="02020603050405020304" pitchFamily="18" charset="0"/>
              </a:rPr>
              <a:t>	Discussion stuff</a:t>
            </a:r>
            <a:endParaRPr lang="en-US" sz="3600" dirty="0">
              <a:solidFill>
                <a:schemeClr val="tx1">
                  <a:lumMod val="10000"/>
                </a:schemeClr>
              </a:solidFill>
              <a:latin typeface="+mj-lt"/>
              <a:cs typeface="Times New Roman" panose="02020603050405020304" pitchFamily="18" charset="0"/>
            </a:endParaRPr>
          </a:p>
        </p:txBody>
      </p:sp>
      <p:sp>
        <p:nvSpPr>
          <p:cNvPr id="35" name="Rectangle 34">
            <a:extLst>
              <a:ext uri="{FF2B5EF4-FFF2-40B4-BE49-F238E27FC236}">
                <a16:creationId xmlns:a16="http://schemas.microsoft.com/office/drawing/2014/main" id="{B1227EF0-55E4-C96F-829F-DE10F8F78FFF}"/>
              </a:ext>
            </a:extLst>
          </p:cNvPr>
          <p:cNvSpPr>
            <a:spLocks/>
          </p:cNvSpPr>
          <p:nvPr/>
        </p:nvSpPr>
        <p:spPr>
          <a:xfrm>
            <a:off x="32344683" y="22989959"/>
            <a:ext cx="11015292" cy="914400"/>
          </a:xfrm>
          <a:prstGeom prst="rect">
            <a:avLst/>
          </a:prstGeom>
          <a:solidFill>
            <a:schemeClr val="bg2">
              <a:lumMod val="5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5400" dirty="0"/>
              <a:t>Future Work</a:t>
            </a:r>
          </a:p>
        </p:txBody>
      </p:sp>
      <p:sp>
        <p:nvSpPr>
          <p:cNvPr id="38" name="TextBox 37">
            <a:extLst>
              <a:ext uri="{FF2B5EF4-FFF2-40B4-BE49-F238E27FC236}">
                <a16:creationId xmlns:a16="http://schemas.microsoft.com/office/drawing/2014/main" id="{48F4FAF0-07A9-6F55-6CE2-E28D5A17DC93}"/>
              </a:ext>
            </a:extLst>
          </p:cNvPr>
          <p:cNvSpPr txBox="1">
            <a:spLocks/>
          </p:cNvSpPr>
          <p:nvPr/>
        </p:nvSpPr>
        <p:spPr>
          <a:xfrm>
            <a:off x="32344683" y="25114574"/>
            <a:ext cx="11015292" cy="677108"/>
          </a:xfrm>
          <a:prstGeom prst="rect">
            <a:avLst/>
          </a:prstGeom>
          <a:noFill/>
        </p:spPr>
        <p:txBody>
          <a:bodyPr wrap="square" rtlCol="0" anchor="ctr">
            <a:spAutoFit/>
          </a:bodyPr>
          <a:lstStyle/>
          <a:p>
            <a:pPr algn="just"/>
            <a:r>
              <a:rPr lang="en-US" sz="3450" dirty="0">
                <a:solidFill>
                  <a:schemeClr val="tx1">
                    <a:lumMod val="10000"/>
                  </a:schemeClr>
                </a:solidFill>
                <a:latin typeface="Times New Roman" panose="02020603050405020304" pitchFamily="18" charset="0"/>
                <a:cs typeface="Times New Roman" panose="02020603050405020304" pitchFamily="18" charset="0"/>
              </a:rPr>
              <a:t>		</a:t>
            </a:r>
            <a:r>
              <a:rPr lang="en-US" sz="3800" dirty="0">
                <a:solidFill>
                  <a:schemeClr val="tx1">
                    <a:lumMod val="10000"/>
                  </a:schemeClr>
                </a:solidFill>
                <a:latin typeface="Calisto MT" panose="02040603050505030304" pitchFamily="18" charset="0"/>
                <a:cs typeface="Times New Roman" panose="02020603050405020304" pitchFamily="18" charset="0"/>
              </a:rPr>
              <a:t>Future work.</a:t>
            </a:r>
          </a:p>
        </p:txBody>
      </p:sp>
      <p:sp>
        <p:nvSpPr>
          <p:cNvPr id="4" name="Rectangle 3">
            <a:extLst>
              <a:ext uri="{FF2B5EF4-FFF2-40B4-BE49-F238E27FC236}">
                <a16:creationId xmlns:a16="http://schemas.microsoft.com/office/drawing/2014/main" id="{15A2A45F-98F0-BA57-1525-3AE0E7436B1C}"/>
              </a:ext>
            </a:extLst>
          </p:cNvPr>
          <p:cNvSpPr>
            <a:spLocks/>
          </p:cNvSpPr>
          <p:nvPr/>
        </p:nvSpPr>
        <p:spPr>
          <a:xfrm>
            <a:off x="32291431" y="5747523"/>
            <a:ext cx="11070384" cy="914400"/>
          </a:xfrm>
          <a:prstGeom prst="rect">
            <a:avLst/>
          </a:prstGeom>
          <a:solidFill>
            <a:schemeClr val="bg2">
              <a:lumMod val="5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5400" dirty="0"/>
              <a:t>Sample Preparation</a:t>
            </a:r>
          </a:p>
        </p:txBody>
      </p:sp>
      <p:sp>
        <p:nvSpPr>
          <p:cNvPr id="7" name="TextBox 6">
            <a:extLst>
              <a:ext uri="{FF2B5EF4-FFF2-40B4-BE49-F238E27FC236}">
                <a16:creationId xmlns:a16="http://schemas.microsoft.com/office/drawing/2014/main" id="{45E50D44-7932-ADBC-D41C-F35535F2418C}"/>
              </a:ext>
            </a:extLst>
          </p:cNvPr>
          <p:cNvSpPr txBox="1">
            <a:spLocks/>
          </p:cNvSpPr>
          <p:nvPr/>
        </p:nvSpPr>
        <p:spPr>
          <a:xfrm>
            <a:off x="32289592" y="9314959"/>
            <a:ext cx="11070383" cy="677108"/>
          </a:xfrm>
          <a:prstGeom prst="rect">
            <a:avLst/>
          </a:prstGeom>
          <a:noFill/>
        </p:spPr>
        <p:txBody>
          <a:bodyPr wrap="square" rtlCol="0"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3800" b="0" i="0" u="none" strike="noStrike" kern="1200" cap="none" spc="0" normalizeH="0" baseline="0" noProof="0" dirty="0">
                <a:ln>
                  <a:noFill/>
                </a:ln>
                <a:solidFill>
                  <a:srgbClr val="D8D8D8">
                    <a:lumMod val="10000"/>
                  </a:srgbClr>
                </a:solidFill>
                <a:effectLst/>
                <a:uLnTx/>
                <a:uFillTx/>
                <a:latin typeface="Times New Roman" panose="02020603050405020304" pitchFamily="18" charset="0"/>
                <a:ea typeface="+mn-ea"/>
                <a:cs typeface="Times New Roman" panose="02020603050405020304" pitchFamily="18" charset="0"/>
              </a:rPr>
              <a:t>Sample stuff</a:t>
            </a:r>
            <a:endParaRPr kumimoji="0" lang="en-US" sz="3800" b="0" i="0" u="none" strike="noStrike" kern="1200" cap="none" spc="0" normalizeH="0" baseline="0" noProof="0" dirty="0">
              <a:ln>
                <a:noFill/>
              </a:ln>
              <a:solidFill>
                <a:srgbClr val="D8D8D8">
                  <a:lumMod val="10000"/>
                </a:srgbClr>
              </a:solidFill>
              <a:effectLst/>
              <a:uLnTx/>
              <a:uFillTx/>
              <a:latin typeface="+mj-lt"/>
              <a:ea typeface="+mn-ea"/>
              <a:cs typeface="Times New Roman" panose="02020603050405020304" pitchFamily="18" charset="0"/>
            </a:endParaRPr>
          </a:p>
        </p:txBody>
      </p:sp>
      <p:sp>
        <p:nvSpPr>
          <p:cNvPr id="27" name="Rectangle 26">
            <a:extLst>
              <a:ext uri="{FF2B5EF4-FFF2-40B4-BE49-F238E27FC236}">
                <a16:creationId xmlns:a16="http://schemas.microsoft.com/office/drawing/2014/main" id="{BFE56EEB-910E-732B-EB3A-0D2F47434E24}"/>
              </a:ext>
            </a:extLst>
          </p:cNvPr>
          <p:cNvSpPr>
            <a:spLocks/>
          </p:cNvSpPr>
          <p:nvPr/>
        </p:nvSpPr>
        <p:spPr>
          <a:xfrm>
            <a:off x="288757" y="4404402"/>
            <a:ext cx="11020153" cy="743997"/>
          </a:xfrm>
          <a:prstGeom prst="rect">
            <a:avLst/>
          </a:prstGeom>
          <a:solidFill>
            <a:schemeClr val="bg2">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5400" dirty="0">
                <a:solidFill>
                  <a:schemeClr val="bg2">
                    <a:lumMod val="20000"/>
                    <a:lumOff val="80000"/>
                  </a:schemeClr>
                </a:solidFill>
              </a:rPr>
              <a:t>Abstract</a:t>
            </a:r>
          </a:p>
        </p:txBody>
      </p:sp>
    </p:spTree>
    <p:extLst>
      <p:ext uri="{BB962C8B-B14F-4D97-AF65-F5344CB8AC3E}">
        <p14:creationId xmlns:p14="http://schemas.microsoft.com/office/powerpoint/2010/main" val="26493516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Custom 1">
      <a:dk1>
        <a:srgbClr val="7F7F7F"/>
      </a:dk1>
      <a:lt1>
        <a:srgbClr val="D8D8D8"/>
      </a:lt1>
      <a:dk2>
        <a:srgbClr val="8496B0"/>
      </a:dk2>
      <a:lt2>
        <a:srgbClr val="ADB9CA"/>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FF747C5C-A8E8-4833-9E55-3D08FE4E48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TM04033929[[fn=Slate]]</Template>
  <TotalTime>1337</TotalTime>
  <Words>236</Words>
  <Application>Microsoft Office PowerPoint</Application>
  <PresentationFormat>Custom</PresentationFormat>
  <Paragraphs>18</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Calisto MT</vt:lpstr>
      <vt:lpstr>Times New Roman</vt:lpstr>
      <vt:lpstr>Wingdings 2</vt:lpstr>
      <vt:lpstr>Slate</vt:lpstr>
      <vt:lpstr>Image Analysis Automation with Nanoparticles Tyler Mullins, Dr. Wendy Schatzberg, and Dr. Samuel Tobler  Utah Tech University, Saint George, Utah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Hollow hair in big game animals like: Mule Deer, Rocky Mountain Elk, and Pronghorn Antelope does it help with thermoregulation? Taylor Millett (Mechanical Engineering) Professors: Dr. Wendy Schatzberg (Chemistry) and Dr. Samuel Tobler (Physics)  Utah Tech University, Saint George, Utah</dc:title>
  <dc:creator>Taylor Millett</dc:creator>
  <cp:lastModifiedBy>Tyler Mullins</cp:lastModifiedBy>
  <cp:revision>46</cp:revision>
  <dcterms:created xsi:type="dcterms:W3CDTF">2022-07-27T16:38:53Z</dcterms:created>
  <dcterms:modified xsi:type="dcterms:W3CDTF">2025-10-24T19:07:24Z</dcterms:modified>
</cp:coreProperties>
</file>